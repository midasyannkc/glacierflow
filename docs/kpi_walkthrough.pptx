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9164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GlacierFlow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C5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AWS-Native ETL &amp; Data Warehouse Modernization Platform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3375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Glue + Lambda + Athena + Redshift + DMS + Terraform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977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E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piece of this that can run without a live AWS account, does: real PySpark ETL, real Lambda tests, real migration validation, real Athena partition-pruning measurement, real Terraform validated with zero errors.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Christian Kouadio Kouassi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9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legacy on-prem RDBMS needs to migrate to a modern AWS data platform, cleanly and verifiably.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silently lost or duplicated rows along the way, the exact failure mode a migration project gets judged on.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target data also has to leave behind a partitioning strategy that actually pays off at query time.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9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Data Comes From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legacy enterprise data: 5,000 customers, 800 products, 22,000 orders, 66,031 order line items.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 legacy-system quirks: SCREAMING_SNAKE_CASE columns, ~4% missing signup dates.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kind of light schema drift a real migration source actually has, not a clean synthetic dataset.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9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Testing For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a migration's correctness can be verified independently of the transformation that produced it, the same principle DMS's own validation is built on.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partitioning by the dimension a dashboard actually filters on (month) produces a real speedup.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held up: 3 of 3 tables passed row-count and checksum validation, and partition pruning measured a real 3.9x speedup.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9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&amp; Verification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515600" cy="393192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migration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AWS DMS (documented)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Row-count + checksum reconciliation, real PASS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Transformation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AWS Glue (PySpark)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Real, executing bronze/silver/gold ETL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Trigger + quality gate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AWS Lambda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handler, moto-mocked tests, 4/4 passing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Serverless SQL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Amazon Athena (documented)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Partition pruning measured for real via DuckDB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Warehouse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Amazon Redshift (documented)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Schema matches the same gold-layer Parquet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IaC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Terraform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resources, 0 validation errors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9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Task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 legacy on-prem data through a bronze/silver/gold Glue pipeline.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the migration independently of the transformation that produced it, the reconciliation discipline this repo is built around.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 the gold layer for real query-time performance, verified against the actual Parquet output.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 the whole thing as Terraform, and gate a new file's entry into the pipeline with a real Lambda quality check.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9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SNAPSHOT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2800" dirty="0"/>
          </a:p>
        </p:txBody>
      </p:sp>
      <p:pic>
        <p:nvPicPr>
          <p:cNvPr id="4" name="Image 0" descr="../charts/migration_valid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91640"/>
            <a:ext cx="5486400" cy="3776472"/>
          </a:xfrm>
          <a:prstGeom prst="rect">
            <a:avLst/>
          </a:prstGeom>
        </p:spPr>
      </p:pic>
      <p:pic>
        <p:nvPicPr>
          <p:cNvPr id="5" name="Image 1" descr="../charts/athena_partition_pru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91640"/>
            <a:ext cx="5029200" cy="426110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608076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3 tables validated (row count + checksum). $36.3M total revenue computed. 4.2% missing signup dates caught, not dropped. Estimated Glue cost: $0.18/run, ~$5.28/month at daily cadence.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2026-08-27T14:55:51Z</dcterms:created>
  <dcterms:modified xsi:type="dcterms:W3CDTF">2026-08-27T14:55:51Z</dcterms:modified>
</cp:coreProperties>
</file>